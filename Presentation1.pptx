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3"/>
    <p:sldId id="256" r:id="rId4"/>
    <p:sldId id="257" r:id="rId5"/>
    <p:sldId id="258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8.44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48590" y="-193675"/>
            <a:ext cx="12499340" cy="7251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9.0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109855"/>
            <a:ext cx="12001500" cy="6967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9.1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01830" cy="71602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9.3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83185"/>
            <a:ext cx="12222480" cy="67075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9.46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95" y="74295"/>
            <a:ext cx="11967210" cy="69475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3.59.58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430" y="-78740"/>
            <a:ext cx="11915140" cy="69367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4.00.11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460" y="65405"/>
            <a:ext cx="11913235" cy="67303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4" name="Picture 3" descr="WhatsApp Image 2026-02-11 at 4.00.23 P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275" y="0"/>
            <a:ext cx="11748770" cy="70008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Jayakrishna</dc:creator>
  <cp:lastModifiedBy>KRÎSHÑÀ KRÍSHÑÀ</cp:lastModifiedBy>
  <cp:revision>3</cp:revision>
  <dcterms:created xsi:type="dcterms:W3CDTF">2025-07-23T00:59:00Z</dcterms:created>
  <dcterms:modified xsi:type="dcterms:W3CDTF">2026-02-11T10:37:00Z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4B3339A16DBB4172B0F348CDBBCC245B_11</vt:lpwstr>
  </property>
  <property fmtid="{D5CDD505-2E9C-101B-9397-08002B2CF9AE}" pid="3" name="KSOProductBuildVer">
    <vt:lpwstr>2057-12.2.0.23197</vt:lpwstr>
  </property>
</Properties>
</file>